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everyone! Today we are introducing a revolution in slide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single step in this pipeline is decoupled and completely modular.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watching! Configure your GEMINI_API_KEY to unlock advanced AI narration.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The Future of AI Video Generation</a:t>
            </a:r>
          </a:p>
          <a:p>
            <a:pPr algn="ctr">
              <a:defRPr sz="2400"/>
            </a:pPr>
            <a:r>
              <a:t>Autonomous pipelines turning slides into narrated presentations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Pipeline Architecture</a:t>
            </a:r>
          </a:p>
          <a:p>
            <a:pPr>
              <a:defRPr sz="2000"/>
            </a:pPr>
            <a:r>
              <a:t>1. PPTX Extraction: Bullet points and speaker notes via python-pptx</a:t>
            </a:r>
          </a:p>
          <a:p>
            <a:pPr>
              <a:defRPr sz="2000"/>
            </a:pPr>
            <a:r>
              <a:t>2. High-Fidelity Rendering: PowerPoint COM to PDF rasterized by Poppler</a:t>
            </a:r>
          </a:p>
          <a:p>
            <a:pPr>
              <a:defRPr sz="2000"/>
            </a:pPr>
            <a:r>
              <a:t>3. Intelligent Narration: Gemini 2.5 Flash structured script generation</a:t>
            </a:r>
          </a:p>
          <a:p>
            <a:pPr>
              <a:defRPr sz="2000"/>
            </a:pPr>
            <a:r>
              <a:t>4. Edge-TTS Audio: Natural voice synthesis using en-US-GuyNeural</a:t>
            </a:r>
          </a:p>
          <a:p>
            <a:pPr>
              <a:defRPr sz="2000"/>
            </a:pPr>
            <a:r>
              <a:t>5. MoviePy 2.0 Assembly: Sequential composition with smooth transitions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Ready for Production</a:t>
            </a:r>
          </a:p>
          <a:p>
            <a:pPr algn="ctr">
              <a:defRPr sz="2200"/>
            </a:pPr>
            <a:r>
              <a:t>Fast, reliable, and completely automated video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